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245946-AB1C-42FB-A036-1D1592CD20B9}" v="64" dt="2026-07-17T22:02:04.4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8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yanna dey" userId="24505643863c6879" providerId="LiveId" clId="{BF5540BD-7996-4555-A9EA-96785FF22E28}"/>
    <pc:docChg chg="undo custSel modSld">
      <pc:chgData name="riyanna dey" userId="24505643863c6879" providerId="LiveId" clId="{BF5540BD-7996-4555-A9EA-96785FF22E28}" dt="2026-07-17T22:04:23.543" v="114" actId="692"/>
      <pc:docMkLst>
        <pc:docMk/>
      </pc:docMkLst>
      <pc:sldChg chg="addSp delSp modSp mod modTransition addAnim delAnim modAnim">
        <pc:chgData name="riyanna dey" userId="24505643863c6879" providerId="LiveId" clId="{BF5540BD-7996-4555-A9EA-96785FF22E28}" dt="2026-07-17T22:02:22.317" v="107"/>
        <pc:sldMkLst>
          <pc:docMk/>
          <pc:sldMk cId="0" sldId="256"/>
        </pc:sldMkLst>
        <pc:spChg chg="mod">
          <ac:chgData name="riyanna dey" userId="24505643863c6879" providerId="LiveId" clId="{BF5540BD-7996-4555-A9EA-96785FF22E28}" dt="2026-07-17T21:54:00.487" v="39" actId="2711"/>
          <ac:spMkLst>
            <pc:docMk/>
            <pc:sldMk cId="0" sldId="256"/>
            <ac:spMk id="2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00.487" v="39" actId="2711"/>
          <ac:spMkLst>
            <pc:docMk/>
            <pc:sldMk cId="0" sldId="256"/>
            <ac:spMk id="3" creationId="{00000000-0000-0000-0000-000000000000}"/>
          </ac:spMkLst>
        </pc:spChg>
        <pc:spChg chg="del">
          <ac:chgData name="riyanna dey" userId="24505643863c6879" providerId="LiveId" clId="{BF5540BD-7996-4555-A9EA-96785FF22E28}" dt="2026-07-17T21:45:42.358" v="4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00.487" v="39" actId="2711"/>
          <ac:spMkLst>
            <pc:docMk/>
            <pc:sldMk cId="0" sldId="256"/>
            <ac:spMk id="5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00.487" v="39" actId="2711"/>
          <ac:spMkLst>
            <pc:docMk/>
            <pc:sldMk cId="0" sldId="256"/>
            <ac:spMk id="6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00.487" v="39" actId="2711"/>
          <ac:spMkLst>
            <pc:docMk/>
            <pc:sldMk cId="0" sldId="256"/>
            <ac:spMk id="7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00.487" v="39" actId="2711"/>
          <ac:spMkLst>
            <pc:docMk/>
            <pc:sldMk cId="0" sldId="256"/>
            <ac:spMk id="8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00.487" v="39" actId="2711"/>
          <ac:spMkLst>
            <pc:docMk/>
            <pc:sldMk cId="0" sldId="256"/>
            <ac:spMk id="9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00.487" v="39" actId="2711"/>
          <ac:spMkLst>
            <pc:docMk/>
            <pc:sldMk cId="0" sldId="256"/>
            <ac:spMk id="10" creationId="{00000000-0000-0000-0000-000000000000}"/>
          </ac:spMkLst>
        </pc:spChg>
        <pc:picChg chg="add mod">
          <ac:chgData name="riyanna dey" userId="24505643863c6879" providerId="LiveId" clId="{BF5540BD-7996-4555-A9EA-96785FF22E28}" dt="2026-07-17T21:46:06.267" v="10" actId="1076"/>
          <ac:picMkLst>
            <pc:docMk/>
            <pc:sldMk cId="0" sldId="256"/>
            <ac:picMk id="12" creationId="{270892CC-FDAA-1DAE-B262-21B18E4B6555}"/>
          </ac:picMkLst>
        </pc:picChg>
      </pc:sldChg>
      <pc:sldChg chg="addSp delSp modSp mod modTransition">
        <pc:chgData name="riyanna dey" userId="24505643863c6879" providerId="LiveId" clId="{BF5540BD-7996-4555-A9EA-96785FF22E28}" dt="2026-07-17T22:04:23.543" v="114" actId="692"/>
        <pc:sldMkLst>
          <pc:docMk/>
          <pc:sldMk cId="0" sldId="257"/>
        </pc:sldMkLst>
        <pc:spChg chg="mod">
          <ac:chgData name="riyanna dey" userId="24505643863c6879" providerId="LiveId" clId="{BF5540BD-7996-4555-A9EA-96785FF22E28}" dt="2026-07-17T21:54:12.160" v="40" actId="2711"/>
          <ac:spMkLst>
            <pc:docMk/>
            <pc:sldMk cId="0" sldId="257"/>
            <ac:spMk id="2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12.160" v="40" actId="2711"/>
          <ac:spMkLst>
            <pc:docMk/>
            <pc:sldMk cId="0" sldId="257"/>
            <ac:spMk id="5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5:29.098" v="49" actId="14100"/>
          <ac:spMkLst>
            <pc:docMk/>
            <pc:sldMk cId="0" sldId="257"/>
            <ac:spMk id="6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12.160" v="40" actId="2711"/>
          <ac:spMkLst>
            <pc:docMk/>
            <pc:sldMk cId="0" sldId="257"/>
            <ac:spMk id="9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12.160" v="40" actId="2711"/>
          <ac:spMkLst>
            <pc:docMk/>
            <pc:sldMk cId="0" sldId="257"/>
            <ac:spMk id="10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5:31.596" v="50" actId="14100"/>
          <ac:spMkLst>
            <pc:docMk/>
            <pc:sldMk cId="0" sldId="257"/>
            <ac:spMk id="11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12.160" v="40" actId="2711"/>
          <ac:spMkLst>
            <pc:docMk/>
            <pc:sldMk cId="0" sldId="257"/>
            <ac:spMk id="13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12.160" v="40" actId="2711"/>
          <ac:spMkLst>
            <pc:docMk/>
            <pc:sldMk cId="0" sldId="257"/>
            <ac:spMk id="15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5:55.927" v="55" actId="13822"/>
          <ac:spMkLst>
            <pc:docMk/>
            <pc:sldMk cId="0" sldId="257"/>
            <ac:spMk id="16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12.160" v="40" actId="2711"/>
          <ac:spMkLst>
            <pc:docMk/>
            <pc:sldMk cId="0" sldId="257"/>
            <ac:spMk id="18" creationId="{00000000-0000-0000-0000-000000000000}"/>
          </ac:spMkLst>
        </pc:spChg>
        <pc:spChg chg="mod">
          <ac:chgData name="riyanna dey" userId="24505643863c6879" providerId="LiveId" clId="{BF5540BD-7996-4555-A9EA-96785FF22E28}" dt="2026-07-17T22:04:23.543" v="114" actId="692"/>
          <ac:spMkLst>
            <pc:docMk/>
            <pc:sldMk cId="0" sldId="257"/>
            <ac:spMk id="21" creationId="{00000000-0000-0000-0000-000000000000}"/>
          </ac:spMkLst>
        </pc:spChg>
        <pc:spChg chg="mod">
          <ac:chgData name="riyanna dey" userId="24505643863c6879" providerId="LiveId" clId="{BF5540BD-7996-4555-A9EA-96785FF22E28}" dt="2026-07-17T22:03:06.511" v="109" actId="122"/>
          <ac:spMkLst>
            <pc:docMk/>
            <pc:sldMk cId="0" sldId="257"/>
            <ac:spMk id="22" creationId="{00000000-0000-0000-0000-000000000000}"/>
          </ac:spMkLst>
        </pc:spChg>
        <pc:spChg chg="add del">
          <ac:chgData name="riyanna dey" userId="24505643863c6879" providerId="LiveId" clId="{BF5540BD-7996-4555-A9EA-96785FF22E28}" dt="2026-07-17T21:55:50.628" v="53" actId="478"/>
          <ac:spMkLst>
            <pc:docMk/>
            <pc:sldMk cId="0" sldId="257"/>
            <ac:spMk id="23" creationId="{56854C17-DCCE-C9EC-D9C3-20591721C1C5}"/>
          </ac:spMkLst>
        </pc:spChg>
        <pc:spChg chg="add del">
          <ac:chgData name="riyanna dey" userId="24505643863c6879" providerId="LiveId" clId="{BF5540BD-7996-4555-A9EA-96785FF22E28}" dt="2026-07-17T21:56:16.925" v="57" actId="11529"/>
          <ac:spMkLst>
            <pc:docMk/>
            <pc:sldMk cId="0" sldId="257"/>
            <ac:spMk id="24" creationId="{F263C09A-BC50-8877-6813-9509EF9F6420}"/>
          </ac:spMkLst>
        </pc:spChg>
      </pc:sldChg>
      <pc:sldChg chg="modSp mod modTransition">
        <pc:chgData name="riyanna dey" userId="24505643863c6879" providerId="LiveId" clId="{BF5540BD-7996-4555-A9EA-96785FF22E28}" dt="2026-07-17T21:54:17.114" v="41" actId="2711"/>
        <pc:sldMkLst>
          <pc:docMk/>
          <pc:sldMk cId="0" sldId="258"/>
        </pc:sldMkLst>
        <pc:spChg chg="mod">
          <ac:chgData name="riyanna dey" userId="24505643863c6879" providerId="LiveId" clId="{BF5540BD-7996-4555-A9EA-96785FF22E28}" dt="2026-07-17T21:54:17.114" v="41" actId="2711"/>
          <ac:spMkLst>
            <pc:docMk/>
            <pc:sldMk cId="0" sldId="258"/>
            <ac:spMk id="3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17.114" v="41" actId="2711"/>
          <ac:spMkLst>
            <pc:docMk/>
            <pc:sldMk cId="0" sldId="258"/>
            <ac:spMk id="6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17.114" v="41" actId="2711"/>
          <ac:spMkLst>
            <pc:docMk/>
            <pc:sldMk cId="0" sldId="258"/>
            <ac:spMk id="7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17.114" v="41" actId="2711"/>
          <ac:spMkLst>
            <pc:docMk/>
            <pc:sldMk cId="0" sldId="258"/>
            <ac:spMk id="9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17.114" v="41" actId="2711"/>
          <ac:spMkLst>
            <pc:docMk/>
            <pc:sldMk cId="0" sldId="258"/>
            <ac:spMk id="11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17.114" v="41" actId="2711"/>
          <ac:spMkLst>
            <pc:docMk/>
            <pc:sldMk cId="0" sldId="258"/>
            <ac:spMk id="22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17.114" v="41" actId="2711"/>
          <ac:spMkLst>
            <pc:docMk/>
            <pc:sldMk cId="0" sldId="258"/>
            <ac:spMk id="24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17.114" v="41" actId="2711"/>
          <ac:spMkLst>
            <pc:docMk/>
            <pc:sldMk cId="0" sldId="258"/>
            <ac:spMk id="26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17.114" v="41" actId="2711"/>
          <ac:spMkLst>
            <pc:docMk/>
            <pc:sldMk cId="0" sldId="258"/>
            <ac:spMk id="28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17.114" v="41" actId="2711"/>
          <ac:spMkLst>
            <pc:docMk/>
            <pc:sldMk cId="0" sldId="258"/>
            <ac:spMk id="34" creationId="{00000000-0000-0000-0000-000000000000}"/>
          </ac:spMkLst>
        </pc:spChg>
      </pc:sldChg>
      <pc:sldChg chg="modSp mod modTransition">
        <pc:chgData name="riyanna dey" userId="24505643863c6879" providerId="LiveId" clId="{BF5540BD-7996-4555-A9EA-96785FF22E28}" dt="2026-07-17T21:58:26.464" v="60"/>
        <pc:sldMkLst>
          <pc:docMk/>
          <pc:sldMk cId="0" sldId="259"/>
        </pc:sldMkLst>
        <pc:spChg chg="mod">
          <ac:chgData name="riyanna dey" userId="24505643863c6879" providerId="LiveId" clId="{BF5540BD-7996-4555-A9EA-96785FF22E28}" dt="2026-07-17T21:54:23.492" v="42" actId="2711"/>
          <ac:spMkLst>
            <pc:docMk/>
            <pc:sldMk cId="0" sldId="259"/>
            <ac:spMk id="2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23.492" v="42" actId="2711"/>
          <ac:spMkLst>
            <pc:docMk/>
            <pc:sldMk cId="0" sldId="259"/>
            <ac:spMk id="4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23.492" v="42" actId="2711"/>
          <ac:spMkLst>
            <pc:docMk/>
            <pc:sldMk cId="0" sldId="259"/>
            <ac:spMk id="5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23.492" v="42" actId="2711"/>
          <ac:spMkLst>
            <pc:docMk/>
            <pc:sldMk cId="0" sldId="259"/>
            <ac:spMk id="7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23.492" v="42" actId="2711"/>
          <ac:spMkLst>
            <pc:docMk/>
            <pc:sldMk cId="0" sldId="259"/>
            <ac:spMk id="8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23.492" v="42" actId="2711"/>
          <ac:spMkLst>
            <pc:docMk/>
            <pc:sldMk cId="0" sldId="259"/>
            <ac:spMk id="10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23.492" v="42" actId="2711"/>
          <ac:spMkLst>
            <pc:docMk/>
            <pc:sldMk cId="0" sldId="259"/>
            <ac:spMk id="11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23.492" v="42" actId="2711"/>
          <ac:spMkLst>
            <pc:docMk/>
            <pc:sldMk cId="0" sldId="259"/>
            <ac:spMk id="25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23.492" v="42" actId="2711"/>
          <ac:spMkLst>
            <pc:docMk/>
            <pc:sldMk cId="0" sldId="259"/>
            <ac:spMk id="31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23.492" v="42" actId="2711"/>
          <ac:spMkLst>
            <pc:docMk/>
            <pc:sldMk cId="0" sldId="259"/>
            <ac:spMk id="33" creationId="{00000000-0000-0000-0000-000000000000}"/>
          </ac:spMkLst>
        </pc:spChg>
      </pc:sldChg>
      <pc:sldChg chg="modSp mod modTransition">
        <pc:chgData name="riyanna dey" userId="24505643863c6879" providerId="LiveId" clId="{BF5540BD-7996-4555-A9EA-96785FF22E28}" dt="2026-07-17T21:54:43.209" v="43" actId="2711"/>
        <pc:sldMkLst>
          <pc:docMk/>
          <pc:sldMk cId="0" sldId="260"/>
        </pc:sldMkLst>
        <pc:spChg chg="mod">
          <ac:chgData name="riyanna dey" userId="24505643863c6879" providerId="LiveId" clId="{BF5540BD-7996-4555-A9EA-96785FF22E28}" dt="2026-07-17T21:54:43.209" v="43" actId="2711"/>
          <ac:spMkLst>
            <pc:docMk/>
            <pc:sldMk cId="0" sldId="260"/>
            <ac:spMk id="2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43.209" v="43" actId="2711"/>
          <ac:spMkLst>
            <pc:docMk/>
            <pc:sldMk cId="0" sldId="260"/>
            <ac:spMk id="3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43.209" v="43" actId="2711"/>
          <ac:spMkLst>
            <pc:docMk/>
            <pc:sldMk cId="0" sldId="260"/>
            <ac:spMk id="5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43.209" v="43" actId="2711"/>
          <ac:spMkLst>
            <pc:docMk/>
            <pc:sldMk cId="0" sldId="260"/>
            <ac:spMk id="6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43.209" v="43" actId="2711"/>
          <ac:spMkLst>
            <pc:docMk/>
            <pc:sldMk cId="0" sldId="260"/>
            <ac:spMk id="8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43.209" v="43" actId="2711"/>
          <ac:spMkLst>
            <pc:docMk/>
            <pc:sldMk cId="0" sldId="260"/>
            <ac:spMk id="10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43.209" v="43" actId="2711"/>
          <ac:spMkLst>
            <pc:docMk/>
            <pc:sldMk cId="0" sldId="260"/>
            <ac:spMk id="17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43.209" v="43" actId="2711"/>
          <ac:spMkLst>
            <pc:docMk/>
            <pc:sldMk cId="0" sldId="260"/>
            <ac:spMk id="18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43.209" v="43" actId="2711"/>
          <ac:spMkLst>
            <pc:docMk/>
            <pc:sldMk cId="0" sldId="260"/>
            <ac:spMk id="20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43.209" v="43" actId="2711"/>
          <ac:spMkLst>
            <pc:docMk/>
            <pc:sldMk cId="0" sldId="260"/>
            <ac:spMk id="22" creationId="{00000000-0000-0000-0000-000000000000}"/>
          </ac:spMkLst>
        </pc:spChg>
      </pc:sldChg>
      <pc:sldChg chg="modSp mod modTransition">
        <pc:chgData name="riyanna dey" userId="24505643863c6879" providerId="LiveId" clId="{BF5540BD-7996-4555-A9EA-96785FF22E28}" dt="2026-07-17T21:58:37.779" v="62"/>
        <pc:sldMkLst>
          <pc:docMk/>
          <pc:sldMk cId="0" sldId="261"/>
        </pc:sldMkLst>
        <pc:spChg chg="mod">
          <ac:chgData name="riyanna dey" userId="24505643863c6879" providerId="LiveId" clId="{BF5540BD-7996-4555-A9EA-96785FF22E28}" dt="2026-07-17T21:54:48.849" v="44" actId="2711"/>
          <ac:spMkLst>
            <pc:docMk/>
            <pc:sldMk cId="0" sldId="261"/>
            <ac:spMk id="3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48.849" v="44" actId="2711"/>
          <ac:spMkLst>
            <pc:docMk/>
            <pc:sldMk cId="0" sldId="261"/>
            <ac:spMk id="4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48.849" v="44" actId="2711"/>
          <ac:spMkLst>
            <pc:docMk/>
            <pc:sldMk cId="0" sldId="261"/>
            <ac:spMk id="10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48.849" v="44" actId="2711"/>
          <ac:spMkLst>
            <pc:docMk/>
            <pc:sldMk cId="0" sldId="261"/>
            <ac:spMk id="11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48.849" v="44" actId="2711"/>
          <ac:spMkLst>
            <pc:docMk/>
            <pc:sldMk cId="0" sldId="261"/>
            <ac:spMk id="12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48.849" v="44" actId="2711"/>
          <ac:spMkLst>
            <pc:docMk/>
            <pc:sldMk cId="0" sldId="261"/>
            <ac:spMk id="13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48.849" v="44" actId="2711"/>
          <ac:spMkLst>
            <pc:docMk/>
            <pc:sldMk cId="0" sldId="261"/>
            <ac:spMk id="15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48.849" v="44" actId="2711"/>
          <ac:spMkLst>
            <pc:docMk/>
            <pc:sldMk cId="0" sldId="261"/>
            <ac:spMk id="17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48.849" v="44" actId="2711"/>
          <ac:spMkLst>
            <pc:docMk/>
            <pc:sldMk cId="0" sldId="261"/>
            <ac:spMk id="18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48.849" v="44" actId="2711"/>
          <ac:spMkLst>
            <pc:docMk/>
            <pc:sldMk cId="0" sldId="261"/>
            <ac:spMk id="21" creationId="{00000000-0000-0000-0000-000000000000}"/>
          </ac:spMkLst>
        </pc:spChg>
      </pc:sldChg>
      <pc:sldChg chg="modSp mod modTransition">
        <pc:chgData name="riyanna dey" userId="24505643863c6879" providerId="LiveId" clId="{BF5540BD-7996-4555-A9EA-96785FF22E28}" dt="2026-07-17T21:54:54.262" v="45" actId="2711"/>
        <pc:sldMkLst>
          <pc:docMk/>
          <pc:sldMk cId="0" sldId="262"/>
        </pc:sldMkLst>
        <pc:spChg chg="mod">
          <ac:chgData name="riyanna dey" userId="24505643863c6879" providerId="LiveId" clId="{BF5540BD-7996-4555-A9EA-96785FF22E28}" dt="2026-07-17T21:54:54.262" v="45" actId="2711"/>
          <ac:spMkLst>
            <pc:docMk/>
            <pc:sldMk cId="0" sldId="262"/>
            <ac:spMk id="4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54.262" v="45" actId="2711"/>
          <ac:spMkLst>
            <pc:docMk/>
            <pc:sldMk cId="0" sldId="262"/>
            <ac:spMk id="5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54.262" v="45" actId="2711"/>
          <ac:spMkLst>
            <pc:docMk/>
            <pc:sldMk cId="0" sldId="262"/>
            <ac:spMk id="6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54.262" v="45" actId="2711"/>
          <ac:spMkLst>
            <pc:docMk/>
            <pc:sldMk cId="0" sldId="262"/>
            <ac:spMk id="7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54.262" v="45" actId="2711"/>
          <ac:spMkLst>
            <pc:docMk/>
            <pc:sldMk cId="0" sldId="262"/>
            <ac:spMk id="11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54.262" v="45" actId="2711"/>
          <ac:spMkLst>
            <pc:docMk/>
            <pc:sldMk cId="0" sldId="262"/>
            <ac:spMk id="12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54.262" v="45" actId="2711"/>
          <ac:spMkLst>
            <pc:docMk/>
            <pc:sldMk cId="0" sldId="262"/>
            <ac:spMk id="14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54.262" v="45" actId="2711"/>
          <ac:spMkLst>
            <pc:docMk/>
            <pc:sldMk cId="0" sldId="262"/>
            <ac:spMk id="15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54.262" v="45" actId="2711"/>
          <ac:spMkLst>
            <pc:docMk/>
            <pc:sldMk cId="0" sldId="262"/>
            <ac:spMk id="18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4:54.262" v="45" actId="2711"/>
          <ac:spMkLst>
            <pc:docMk/>
            <pc:sldMk cId="0" sldId="262"/>
            <ac:spMk id="20" creationId="{00000000-0000-0000-0000-000000000000}"/>
          </ac:spMkLst>
        </pc:spChg>
      </pc:sldChg>
      <pc:sldChg chg="modSp mod modTransition">
        <pc:chgData name="riyanna dey" userId="24505643863c6879" providerId="LiveId" clId="{BF5540BD-7996-4555-A9EA-96785FF22E28}" dt="2026-07-17T21:55:00.112" v="46" actId="2711"/>
        <pc:sldMkLst>
          <pc:docMk/>
          <pc:sldMk cId="0" sldId="263"/>
        </pc:sldMkLst>
        <pc:spChg chg="mod">
          <ac:chgData name="riyanna dey" userId="24505643863c6879" providerId="LiveId" clId="{BF5540BD-7996-4555-A9EA-96785FF22E28}" dt="2026-07-17T21:55:00.112" v="46" actId="2711"/>
          <ac:spMkLst>
            <pc:docMk/>
            <pc:sldMk cId="0" sldId="263"/>
            <ac:spMk id="10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5:00.112" v="46" actId="2711"/>
          <ac:spMkLst>
            <pc:docMk/>
            <pc:sldMk cId="0" sldId="263"/>
            <ac:spMk id="11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5:00.112" v="46" actId="2711"/>
          <ac:spMkLst>
            <pc:docMk/>
            <pc:sldMk cId="0" sldId="263"/>
            <ac:spMk id="13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5:00.112" v="46" actId="2711"/>
          <ac:spMkLst>
            <pc:docMk/>
            <pc:sldMk cId="0" sldId="263"/>
            <ac:spMk id="16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5:00.112" v="46" actId="2711"/>
          <ac:spMkLst>
            <pc:docMk/>
            <pc:sldMk cId="0" sldId="263"/>
            <ac:spMk id="17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5:00.112" v="46" actId="2711"/>
          <ac:spMkLst>
            <pc:docMk/>
            <pc:sldMk cId="0" sldId="263"/>
            <ac:spMk id="19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5:00.112" v="46" actId="2711"/>
          <ac:spMkLst>
            <pc:docMk/>
            <pc:sldMk cId="0" sldId="263"/>
            <ac:spMk id="21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5:00.112" v="46" actId="2711"/>
          <ac:spMkLst>
            <pc:docMk/>
            <pc:sldMk cId="0" sldId="263"/>
            <ac:spMk id="22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5:00.112" v="46" actId="2711"/>
          <ac:spMkLst>
            <pc:docMk/>
            <pc:sldMk cId="0" sldId="263"/>
            <ac:spMk id="24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5:00.112" v="46" actId="2711"/>
          <ac:spMkLst>
            <pc:docMk/>
            <pc:sldMk cId="0" sldId="263"/>
            <ac:spMk id="29" creationId="{00000000-0000-0000-0000-000000000000}"/>
          </ac:spMkLst>
        </pc:spChg>
      </pc:sldChg>
      <pc:sldChg chg="modSp mod modTransition">
        <pc:chgData name="riyanna dey" userId="24505643863c6879" providerId="LiveId" clId="{BF5540BD-7996-4555-A9EA-96785FF22E28}" dt="2026-07-17T21:55:08.801" v="47" actId="2711"/>
        <pc:sldMkLst>
          <pc:docMk/>
          <pc:sldMk cId="0" sldId="264"/>
        </pc:sldMkLst>
        <pc:spChg chg="mod">
          <ac:chgData name="riyanna dey" userId="24505643863c6879" providerId="LiveId" clId="{BF5540BD-7996-4555-A9EA-96785FF22E28}" dt="2026-07-17T21:55:08.801" v="47" actId="2711"/>
          <ac:spMkLst>
            <pc:docMk/>
            <pc:sldMk cId="0" sldId="264"/>
            <ac:spMk id="2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5:08.801" v="47" actId="2711"/>
          <ac:spMkLst>
            <pc:docMk/>
            <pc:sldMk cId="0" sldId="264"/>
            <ac:spMk id="4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5:08.801" v="47" actId="2711"/>
          <ac:spMkLst>
            <pc:docMk/>
            <pc:sldMk cId="0" sldId="264"/>
            <ac:spMk id="5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5:08.801" v="47" actId="2711"/>
          <ac:spMkLst>
            <pc:docMk/>
            <pc:sldMk cId="0" sldId="264"/>
            <ac:spMk id="6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5:08.801" v="47" actId="2711"/>
          <ac:spMkLst>
            <pc:docMk/>
            <pc:sldMk cId="0" sldId="264"/>
            <ac:spMk id="9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5:08.801" v="47" actId="2711"/>
          <ac:spMkLst>
            <pc:docMk/>
            <pc:sldMk cId="0" sldId="264"/>
            <ac:spMk id="10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5:08.801" v="47" actId="2711"/>
          <ac:spMkLst>
            <pc:docMk/>
            <pc:sldMk cId="0" sldId="264"/>
            <ac:spMk id="11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5:08.801" v="47" actId="2711"/>
          <ac:spMkLst>
            <pc:docMk/>
            <pc:sldMk cId="0" sldId="264"/>
            <ac:spMk id="12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5:08.801" v="47" actId="2711"/>
          <ac:spMkLst>
            <pc:docMk/>
            <pc:sldMk cId="0" sldId="264"/>
            <ac:spMk id="15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5:08.801" v="47" actId="2711"/>
          <ac:spMkLst>
            <pc:docMk/>
            <pc:sldMk cId="0" sldId="264"/>
            <ac:spMk id="16" creationId="{00000000-0000-0000-0000-000000000000}"/>
          </ac:spMkLst>
        </pc:spChg>
      </pc:sldChg>
      <pc:sldChg chg="addSp delSp modSp mod modTransition addAnim delAnim modAnim">
        <pc:chgData name="riyanna dey" userId="24505643863c6879" providerId="LiveId" clId="{BF5540BD-7996-4555-A9EA-96785FF22E28}" dt="2026-07-17T22:01:38.309" v="104"/>
        <pc:sldMkLst>
          <pc:docMk/>
          <pc:sldMk cId="0" sldId="265"/>
        </pc:sldMkLst>
        <pc:spChg chg="mod">
          <ac:chgData name="riyanna dey" userId="24505643863c6879" providerId="LiveId" clId="{BF5540BD-7996-4555-A9EA-96785FF22E28}" dt="2026-07-17T21:55:13.827" v="48" actId="2711"/>
          <ac:spMkLst>
            <pc:docMk/>
            <pc:sldMk cId="0" sldId="265"/>
            <ac:spMk id="2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5:13.827" v="48" actId="2711"/>
          <ac:spMkLst>
            <pc:docMk/>
            <pc:sldMk cId="0" sldId="265"/>
            <ac:spMk id="3" creationId="{00000000-0000-0000-0000-000000000000}"/>
          </ac:spMkLst>
        </pc:spChg>
        <pc:spChg chg="del">
          <ac:chgData name="riyanna dey" userId="24505643863c6879" providerId="LiveId" clId="{BF5540BD-7996-4555-A9EA-96785FF22E28}" dt="2026-07-17T21:46:11.171" v="11" actId="478"/>
          <ac:spMkLst>
            <pc:docMk/>
            <pc:sldMk cId="0" sldId="265"/>
            <ac:spMk id="4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5:13.827" v="48" actId="2711"/>
          <ac:spMkLst>
            <pc:docMk/>
            <pc:sldMk cId="0" sldId="265"/>
            <ac:spMk id="5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5:13.827" v="48" actId="2711"/>
          <ac:spMkLst>
            <pc:docMk/>
            <pc:sldMk cId="0" sldId="265"/>
            <ac:spMk id="6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5:13.827" v="48" actId="2711"/>
          <ac:spMkLst>
            <pc:docMk/>
            <pc:sldMk cId="0" sldId="265"/>
            <ac:spMk id="7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5:13.827" v="48" actId="2711"/>
          <ac:spMkLst>
            <pc:docMk/>
            <pc:sldMk cId="0" sldId="265"/>
            <ac:spMk id="8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5:13.827" v="48" actId="2711"/>
          <ac:spMkLst>
            <pc:docMk/>
            <pc:sldMk cId="0" sldId="265"/>
            <ac:spMk id="9" creationId="{00000000-0000-0000-0000-000000000000}"/>
          </ac:spMkLst>
        </pc:spChg>
        <pc:spChg chg="mod">
          <ac:chgData name="riyanna dey" userId="24505643863c6879" providerId="LiveId" clId="{BF5540BD-7996-4555-A9EA-96785FF22E28}" dt="2026-07-17T21:55:13.827" v="48" actId="2711"/>
          <ac:spMkLst>
            <pc:docMk/>
            <pc:sldMk cId="0" sldId="265"/>
            <ac:spMk id="10" creationId="{00000000-0000-0000-0000-000000000000}"/>
          </ac:spMkLst>
        </pc:spChg>
        <pc:picChg chg="add mod">
          <ac:chgData name="riyanna dey" userId="24505643863c6879" providerId="LiveId" clId="{BF5540BD-7996-4555-A9EA-96785FF22E28}" dt="2026-07-17T21:46:16.968" v="16" actId="1076"/>
          <ac:picMkLst>
            <pc:docMk/>
            <pc:sldMk cId="0" sldId="265"/>
            <ac:picMk id="12" creationId="{BBE07890-C9FB-1091-54B6-D3C71D8F74F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4693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0F"/>
          </a:solidFill>
          <a:ln/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7CFF"/>
          </a:solidFill>
          <a:ln/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>
              <a:latin typeface="IBM Plex Sans" panose="020B050305020300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194560" y="16459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Calibra</a:t>
            </a:r>
            <a:endParaRPr lang="en-US" sz="5200" dirty="0">
              <a:latin typeface="IBM Plex Sans" panose="020B050305020300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19456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F7CFF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Agent Evaluation &amp; Observability Platform</a:t>
            </a:r>
            <a:endParaRPr lang="en-US" sz="1800" dirty="0">
              <a:latin typeface="IBM Plex Sans" panose="020B0503050203000203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97280" y="3383280"/>
            <a:ext cx="9966960" cy="0"/>
          </a:xfrm>
          <a:prstGeom prst="line">
            <a:avLst/>
          </a:prstGeom>
          <a:noFill/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The problem with AI agent evaluation is not building the eval tool.</a:t>
            </a:r>
            <a:endParaRPr lang="en-US" sz="1400" dirty="0">
              <a:latin typeface="IBM Plex Sans" panose="020B0503050203000203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It's knowing when to trust what the tool tells you.</a:t>
            </a:r>
            <a:endParaRPr lang="en-US" sz="1400" dirty="0">
              <a:latin typeface="IBM Plex Sans" panose="020B050305020300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7280" y="6217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Built by Riyanna · Summer 2026</a:t>
            </a:r>
            <a:endParaRPr lang="en-US" sz="1000" dirty="0">
              <a:latin typeface="IBM Plex Sans" panose="020B050305020300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0892CC-FDAA-1DAE-B262-21B18E4B6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6381" y="1234757"/>
            <a:ext cx="3520124" cy="2346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0F"/>
          </a:solidFill>
          <a:ln/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>
              <a:latin typeface="IBM Plex Sans" panose="020B050305020300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AI agents fail silently. They don't crash — they confidently return wrong answers.</a:t>
            </a:r>
            <a:endParaRPr lang="en-US" sz="1400" dirty="0">
              <a:latin typeface="IBM Plex Sans" panose="020B0503050203000203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566160" cy="3337560"/>
          </a:xfrm>
          <a:prstGeom prst="rect">
            <a:avLst/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 dirty="0">
              <a:latin typeface="IBM Plex Sans" panose="020B050305020300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131C2E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9933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7171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>
              <a:latin typeface="IBM Plex Sans" panose="020B050305020300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3444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Can't read every trace</a:t>
            </a:r>
            <a:endParaRPr lang="en-US" sz="1300" dirty="0">
              <a:latin typeface="IBM Plex Sans" panose="020B050305020300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At scale, manual review is impossible.</a:t>
            </a:r>
            <a:endParaRPr lang="en-US" sz="1100" dirty="0">
              <a:latin typeface="IBM Plex Sans" panose="020B0503050203000203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You need automated scoring.</a:t>
            </a:r>
            <a:endParaRPr lang="en-US" sz="1100" dirty="0">
              <a:latin typeface="IBM Plex Sans" panose="020B0503050203000203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3566160" cy="3337560"/>
          </a:xfrm>
          <a:prstGeom prst="rect">
            <a:avLst/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80560" y="1965960"/>
            <a:ext cx="502920" cy="502920"/>
          </a:xfrm>
          <a:prstGeom prst="ellipse">
            <a:avLst/>
          </a:prstGeom>
          <a:solidFill>
            <a:srgbClr val="131C2E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480560" y="19933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BF24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>
              <a:latin typeface="IBM Plex Sans" panose="020B05030502030002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7492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LLM-as-judge looks easy</a:t>
            </a:r>
            <a:endParaRPr lang="en-US" sz="1300" dirty="0">
              <a:latin typeface="IBM Plex Sans" panose="020B050305020300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480560" y="2651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Ask another LLM to grade the output.</a:t>
            </a:r>
            <a:endParaRPr lang="en-US" sz="1100" dirty="0">
              <a:latin typeface="IBM Plex Sans" panose="020B0503050203000203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Simple. But is it accurate?</a:t>
            </a:r>
            <a:endParaRPr lang="en-US" sz="1100" dirty="0">
              <a:latin typeface="IBM Plex Sans" panose="020B0503050203000203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38160" y="1828800"/>
            <a:ext cx="3566160" cy="3337560"/>
          </a:xfrm>
          <a:prstGeom prst="rect">
            <a:avLst/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321040" y="1965960"/>
            <a:ext cx="502920" cy="502920"/>
          </a:xfrm>
          <a:prstGeom prst="ellipse">
            <a:avLst/>
          </a:prstGeom>
          <a:solidFill>
            <a:srgbClr val="131C2E"/>
          </a:solidFill>
          <a:ln w="12700">
            <a:solidFill>
              <a:srgbClr val="D64FFF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21040" y="19933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4FFF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>
              <a:latin typeface="IBM Plex Sans" panose="020B0503050203000203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91540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The judge can lie to you</a:t>
            </a:r>
            <a:endParaRPr lang="en-US" sz="1300" dirty="0">
              <a:latin typeface="IBM Plex Sans" panose="020B050305020300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321040" y="2651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A calibrated judge reported 75%→100%.</a:t>
            </a:r>
            <a:endParaRPr lang="en-US" sz="1100" dirty="0">
              <a:latin typeface="IBM Plex Sans" panose="020B0503050203000203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Reality: 75%→75%. Flat.</a:t>
            </a:r>
            <a:endParaRPr lang="en-US" sz="1100" dirty="0">
              <a:latin typeface="IBM Plex Sans" panose="020B0503050203000203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5394960"/>
            <a:ext cx="11247120" cy="914400"/>
          </a:xfrm>
          <a:prstGeom prst="rect">
            <a:avLst/>
          </a:prstGeom>
          <a:solidFill>
            <a:srgbClr val="131C2E"/>
          </a:solidFill>
          <a:ln w="6350">
            <a:solidFill>
              <a:srgbClr val="F87171"/>
            </a:solidFill>
            <a:prstDash val="solid"/>
          </a:ln>
        </p:spPr>
        <p:txBody>
          <a:bodyPr/>
          <a:lstStyle/>
          <a:p>
            <a:pPr algn="ctr"/>
            <a:r>
              <a:rPr lang="en-US" dirty="0">
                <a:latin typeface="IBM Plex Sans" panose="020B0503050203000203" pitchFamily="34" charset="0"/>
              </a:rPr>
              <a:t>`</a:t>
            </a:r>
            <a:endParaRPr lang="en-IN" dirty="0">
              <a:latin typeface="IBM Plex Sans" panose="020B05030502030002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The core insight: "We calibrated our judge" means nothing without specifying who wrote the labels.</a:t>
            </a:r>
            <a:endParaRPr lang="en-US" sz="1300" dirty="0">
              <a:latin typeface="IBM Plex Sans" panose="020B0503050203000203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0F"/>
          </a:solidFill>
          <a:ln/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7CFF"/>
          </a:solidFill>
          <a:ln/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How Calibra works</a:t>
            </a:r>
            <a:endParaRPr lang="en-US" sz="3600" dirty="0">
              <a:latin typeface="IBM Plex Sans" panose="020B050305020300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Every component feeds the next. Tracing without calibration is noise.</a:t>
            </a:r>
            <a:endParaRPr lang="en-US" sz="1300" dirty="0">
              <a:latin typeface="IBM Plex Sans" panose="020B0503050203000203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011680" cy="2926080"/>
          </a:xfrm>
          <a:prstGeom prst="rect">
            <a:avLst/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7CFF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>
              <a:latin typeface="IBM Plex Sans" panose="020B050305020300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1600" dirty="0">
              <a:latin typeface="IBM Plex Sans" panose="020B050305020300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94360" y="2724912"/>
            <a:ext cx="1737360" cy="0"/>
          </a:xfrm>
          <a:prstGeom prst="line">
            <a:avLst/>
          </a:prstGeom>
          <a:noFill/>
          <a:ln w="381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94360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@traced decorator</a:t>
            </a:r>
            <a:endParaRPr lang="en-US" sz="1000" dirty="0">
              <a:latin typeface="IBM Plex Sans" panose="020B0503050203000203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captures every step</a:t>
            </a:r>
            <a:endParaRPr lang="en-US" sz="1000" dirty="0">
              <a:latin typeface="IBM Plex Sans" panose="020B050305020300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514600" y="28346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>
              <a:latin typeface="IBM Plex Sans" panose="020B0503050203000203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0" y="1737360"/>
            <a:ext cx="2011680" cy="2926080"/>
          </a:xfrm>
          <a:prstGeom prst="rect">
            <a:avLst/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88036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7CFF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>
              <a:latin typeface="IBM Plex Sans" panose="020B05030502030002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88036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600" dirty="0">
              <a:latin typeface="IBM Plex Sans" panose="020B050305020300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880360" y="2724912"/>
            <a:ext cx="1737360" cy="0"/>
          </a:xfrm>
          <a:prstGeom prst="line">
            <a:avLst/>
          </a:prstGeom>
          <a:noFill/>
          <a:ln w="381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880360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SQLite traces.db</a:t>
            </a:r>
            <a:endParaRPr lang="en-US" sz="1000" dirty="0">
              <a:latin typeface="IBM Plex Sans" panose="020B0503050203000203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runs + spans tables</a:t>
            </a:r>
            <a:endParaRPr lang="en-US" sz="1000" dirty="0">
              <a:latin typeface="IBM Plex Sans" panose="020B05030502030002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00600" y="28346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>
              <a:latin typeface="IBM Plex Sans" panose="020B0503050203000203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29200" y="1737360"/>
            <a:ext cx="2011680" cy="2926080"/>
          </a:xfrm>
          <a:prstGeom prst="rect">
            <a:avLst/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16636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4FFF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>
              <a:latin typeface="IBM Plex Sans" panose="020B050305020300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16636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600" dirty="0">
              <a:latin typeface="IBM Plex Sans" panose="020B0503050203000203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166360" y="2724912"/>
            <a:ext cx="1737360" cy="0"/>
          </a:xfrm>
          <a:prstGeom prst="line">
            <a:avLst/>
          </a:prstGeom>
          <a:noFill/>
          <a:ln w="381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166360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LLM scores each run</a:t>
            </a:r>
            <a:endParaRPr lang="en-US" sz="1000" dirty="0">
              <a:latin typeface="IBM Plex Sans" panose="020B0503050203000203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pass/fail + category</a:t>
            </a:r>
            <a:endParaRPr lang="en-US" sz="1000" dirty="0">
              <a:latin typeface="IBM Plex Sans" panose="020B0503050203000203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086600" y="28346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>
              <a:latin typeface="IBM Plex Sans" panose="020B0503050203000203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315200" y="1737360"/>
            <a:ext cx="2011680" cy="2926080"/>
          </a:xfrm>
          <a:prstGeom prst="rect">
            <a:avLst/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45236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4FFF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>
              <a:latin typeface="IBM Plex Sans" panose="020B0503050203000203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45236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1600" dirty="0">
              <a:latin typeface="IBM Plex Sans" panose="020B0503050203000203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452360" y="2724912"/>
            <a:ext cx="1737360" cy="0"/>
          </a:xfrm>
          <a:prstGeom prst="line">
            <a:avLst/>
          </a:prstGeom>
          <a:noFill/>
          <a:ln w="381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452360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Cohen's kappa vs</a:t>
            </a:r>
            <a:endParaRPr lang="en-US" sz="1000" dirty="0">
              <a:latin typeface="IBM Plex Sans" panose="020B0503050203000203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human labels</a:t>
            </a:r>
            <a:endParaRPr lang="en-US" sz="1000" dirty="0">
              <a:latin typeface="IBM Plex Sans" panose="020B0503050203000203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372600" y="28346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>
              <a:latin typeface="IBM Plex Sans" panose="020B0503050203000203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601200" y="1737360"/>
            <a:ext cx="2011680" cy="2926080"/>
          </a:xfrm>
          <a:prstGeom prst="rect">
            <a:avLst/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73836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>
              <a:latin typeface="IBM Plex Sans" panose="020B0503050203000203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73836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600" dirty="0">
              <a:latin typeface="IBM Plex Sans" panose="020B0503050203000203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738360" y="2724912"/>
            <a:ext cx="1737360" cy="0"/>
          </a:xfrm>
          <a:prstGeom prst="line">
            <a:avLst/>
          </a:prstGeom>
          <a:noFill/>
          <a:ln w="381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738360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Regression tests +</a:t>
            </a:r>
            <a:endParaRPr lang="en-US" sz="1000" dirty="0">
              <a:latin typeface="IBM Plex Sans" panose="020B0503050203000203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consistency checks</a:t>
            </a:r>
            <a:endParaRPr lang="en-US" sz="1000" dirty="0">
              <a:latin typeface="IBM Plex Sans" panose="020B0503050203000203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Key design choice: calibration step happens before trusting any automated metric.</a:t>
            </a:r>
            <a:endParaRPr lang="en-US" sz="1100" dirty="0">
              <a:latin typeface="IBM Plex Sans" panose="020B0503050203000203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0F"/>
          </a:solidFill>
          <a:ln/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Failure taxonomy</a:t>
            </a:r>
            <a:endParaRPr lang="en-US" sz="3600" dirty="0">
              <a:latin typeface="IBM Plex Sans" panose="020B050305020300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Four categories discovered by running the agent repeatedly and diagnosing every failure.</a:t>
            </a:r>
            <a:endParaRPr lang="en-US" sz="1300" dirty="0">
              <a:latin typeface="IBM Plex Sans" panose="020B0503050203000203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0D2E1A"/>
          </a:solidFill>
          <a:ln w="63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DE8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800" dirty="0">
              <a:latin typeface="IBM Plex Sans" panose="020B050305020300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231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query_reformulation_thrashing</a:t>
            </a:r>
            <a:endParaRPr lang="en-US" sz="1000" dirty="0">
              <a:latin typeface="IBM Plex Sans" panose="020B050305020300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20848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Agent issues near-duplicate searches, burns step budget without committing.</a:t>
            </a:r>
            <a:endParaRPr lang="en-US" sz="900" dirty="0">
              <a:latin typeface="IBM Plex Sans" panose="020B0503050203000203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943600" y="1783080"/>
            <a:ext cx="0" cy="822960"/>
          </a:xfrm>
          <a:prstGeom prst="line">
            <a:avLst/>
          </a:prstGeom>
          <a:noFill/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26480" y="175564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Fix: Step-budgeting instruction: give best-effort answer after 2-3 failed attempts.</a:t>
            </a:r>
            <a:endParaRPr lang="en-US" sz="900" dirty="0">
              <a:latin typeface="IBM Plex Sans" panose="020B0503050203000203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11247120" cy="1097280"/>
          </a:xfrm>
          <a:prstGeom prst="rect">
            <a:avLst/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2953512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2E1F0D"/>
          </a:solidFill>
          <a:ln w="63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297180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BBF24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PARTIALLY FIXED</a:t>
            </a:r>
            <a:endParaRPr lang="en-US" sz="800" dirty="0">
              <a:latin typeface="IBM Plex Sans" panose="020B050305020300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423160" y="2953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stale_latest_claim</a:t>
            </a:r>
            <a:endParaRPr lang="en-US" sz="1000" dirty="0">
              <a:latin typeface="IBM Plex Sans" panose="020B05030502030002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33192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Agent searches with wrong year despite knowing the current date.</a:t>
            </a:r>
            <a:endParaRPr lang="en-US" sz="900" dirty="0">
              <a:latin typeface="IBM Plex Sans" panose="020B0503050203000203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43600" y="3017520"/>
            <a:ext cx="0" cy="822960"/>
          </a:xfrm>
          <a:prstGeom prst="line">
            <a:avLst/>
          </a:prstGeom>
          <a:noFill/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26480" y="299008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Fix: Date injection into system prompt. Dominant failure — appears in majority of fails.</a:t>
            </a:r>
            <a:endParaRPr lang="en-US" sz="900" dirty="0">
              <a:latin typeface="IBM Plex Sans" panose="020B0503050203000203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11247120" cy="1097280"/>
          </a:xfrm>
          <a:prstGeom prst="rect">
            <a:avLst/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0080" y="4187952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0D2E1A"/>
          </a:solidFill>
          <a:ln w="63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" y="420624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DE8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800" dirty="0">
              <a:latin typeface="IBM Plex Sans" panose="020B0503050203000203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423160" y="4187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ungrounded_synthesis</a:t>
            </a:r>
            <a:endParaRPr lang="en-US" sz="1000" dirty="0">
              <a:latin typeface="IBM Plex Sans" panose="020B0503050203000203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455371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Correct source retrieved, wrong conclusion drawn. Conflated "fastest-growing" with "most popular."</a:t>
            </a:r>
            <a:endParaRPr lang="en-US" sz="900" dirty="0">
              <a:latin typeface="IBM Plex Sans" panose="020B0503050203000203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943600" y="4251960"/>
            <a:ext cx="0" cy="822960"/>
          </a:xfrm>
          <a:prstGeom prst="line">
            <a:avLst/>
          </a:prstGeom>
          <a:noFill/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126480" y="422452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Fix: Cross-referencing instruction: check multiple sources before committing to superlatives.</a:t>
            </a:r>
            <a:endParaRPr lang="en-US" sz="900" dirty="0">
              <a:latin typeface="IBM Plex Sans" panose="020B0503050203000203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200" y="5349240"/>
            <a:ext cx="11247120" cy="1097280"/>
          </a:xfrm>
          <a:prstGeom prst="rect">
            <a:avLst/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0080" y="5422392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2E0D0D"/>
          </a:solidFill>
          <a:ln w="635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0080" y="544068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87171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ARCHITECTURAL</a:t>
            </a:r>
            <a:endParaRPr lang="en-US" sz="800" dirty="0">
              <a:latin typeface="IBM Plex Sans" panose="020B0503050203000203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423160" y="5422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ambiguous_metric_inconsistency</a:t>
            </a:r>
            <a:endParaRPr lang="en-US" sz="1000" dirty="0">
              <a:latin typeface="IBM Plex Sans" panose="020B0503050203000203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0080" y="578815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Same question, different confident answers across runs. Evidence is locally valid per trace.</a:t>
            </a:r>
            <a:endParaRPr lang="en-US" sz="900" dirty="0">
              <a:latin typeface="IBM Plex Sans" panose="020B0503050203000203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943600" y="5486400"/>
            <a:ext cx="0" cy="822960"/>
          </a:xfrm>
          <a:prstGeom prst="line">
            <a:avLst/>
          </a:prstGeom>
          <a:noFill/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126480" y="545896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Fix: Unfixable by prompting. Requires repeated sampling — the consistency checker.</a:t>
            </a:r>
            <a:endParaRPr lang="en-US" sz="900" dirty="0">
              <a:latin typeface="IBM Plex Sans" panose="020B0503050203000203" pitchFamily="34" charset="0"/>
            </a:endParaRPr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0F"/>
          </a:solidFill>
          <a:ln/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64FFF"/>
          </a:solidFill>
          <a:ln/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The main finding</a:t>
            </a:r>
            <a:endParaRPr lang="en-US" sz="3600" dirty="0">
              <a:latin typeface="IBM Plex Sans" panose="020B050305020300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A well-calibrated judge manufactured a false improvement on real regression data.</a:t>
            </a:r>
            <a:endParaRPr lang="en-US" sz="1300" dirty="0">
              <a:latin typeface="IBM Plex Sans" panose="020B0503050203000203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394960" cy="2286000"/>
          </a:xfrm>
          <a:prstGeom prst="rect">
            <a:avLst/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What the judge reported</a:t>
            </a:r>
            <a:endParaRPr lang="en-US" sz="1000" dirty="0">
              <a:latin typeface="IBM Plex Sans" panose="020B050305020300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240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4200" dirty="0">
              <a:latin typeface="IBM Plex Sans" panose="020B050305020300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926080" y="23774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A5568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>
              <a:latin typeface="IBM Plex Sans" panose="020B050305020300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566160" y="2240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4ADE8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200" dirty="0">
              <a:latin typeface="IBM Plex Sans" panose="020B050305020300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+25pp improvement</a:t>
            </a:r>
            <a:endParaRPr lang="en-US" sz="1100" dirty="0">
              <a:latin typeface="IBM Plex Sans" panose="020B0503050203000203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0" y="1645920"/>
            <a:ext cx="5394960" cy="2286000"/>
          </a:xfrm>
          <a:prstGeom prst="rect">
            <a:avLst/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What human labels showed</a:t>
            </a:r>
            <a:endParaRPr lang="en-US" sz="1000" dirty="0">
              <a:latin typeface="IBM Plex Sans" panose="020B05030502030002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040880" y="2240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4200" dirty="0">
              <a:latin typeface="IBM Plex Sans" panose="020B050305020300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869680" y="23774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A5568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>
              <a:latin typeface="IBM Plex Sans" panose="020B050305020300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509760" y="2240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87171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4200" dirty="0">
              <a:latin typeface="IBM Plex Sans" panose="020B05030502030002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83680" y="3246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Flat. No improvement.</a:t>
            </a:r>
            <a:endParaRPr lang="en-US" sz="1100" dirty="0">
              <a:latin typeface="IBM Plex Sans" panose="020B050305020300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Two independent reasons the false improvement was caught:</a:t>
            </a:r>
            <a:endParaRPr lang="en-US" sz="1100" dirty="0">
              <a:latin typeface="IBM Plex Sans" panose="020B050305020300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4617720"/>
            <a:ext cx="5394960" cy="1097280"/>
          </a:xfrm>
          <a:prstGeom prst="rect">
            <a:avLst/>
          </a:prstGeom>
          <a:solidFill>
            <a:srgbClr val="131C2E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" y="4709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4FFF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1. Judge blind spot</a:t>
            </a:r>
            <a:endParaRPr lang="en-US" sz="1100" dirty="0">
              <a:latin typeface="IBM Plex Sans" panose="020B05030502030002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" y="50292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The judge had a documented blind spot on exactly the two new failure categories that appeared post-fix.</a:t>
            </a:r>
            <a:endParaRPr lang="en-US" sz="900" dirty="0">
              <a:latin typeface="IBM Plex Sans" panose="020B0503050203000203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0" y="4617720"/>
            <a:ext cx="5394960" cy="1097280"/>
          </a:xfrm>
          <a:prstGeom prst="rect">
            <a:avLst/>
          </a:prstGeom>
          <a:solidFill>
            <a:srgbClr val="131C2E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83680" y="4709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7CFF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2. Fisher's exact test</a:t>
            </a:r>
            <a:endParaRPr lang="en-US" sz="1100" dirty="0">
              <a:latin typeface="IBM Plex Sans" panose="020B0503050203000203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83680" y="50292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p = 0.467. Not significant at p &lt; 0.05 — the difference could easily be noise at this sample size.</a:t>
            </a:r>
            <a:endParaRPr lang="en-US" sz="900" dirty="0">
              <a:latin typeface="IBM Plex Sans" panose="020B0503050203000203" pitchFamily="34" charset="0"/>
            </a:endParaRPr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0F"/>
          </a:solidFill>
          <a:ln/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Calibration: kappa tells the real story</a:t>
            </a:r>
            <a:endParaRPr lang="en-US" sz="3600" dirty="0">
              <a:latin typeface="IBM Plex Sans" panose="020B050305020300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Three experiments. One number that keeps changing depending on who's doing the labeling.</a:t>
            </a:r>
            <a:endParaRPr lang="en-US" sz="1300" dirty="0">
              <a:latin typeface="IBM Plex Sans" panose="020B0503050203000203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011680" cy="1005840"/>
          </a:xfrm>
          <a:prstGeom prst="rect">
            <a:avLst/>
          </a:prstGeom>
          <a:solidFill>
            <a:srgbClr val="131C2E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5568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SONNET JUDGE · CLAUDE LABELS</a:t>
            </a:r>
            <a:endParaRPr lang="en-US" sz="800" dirty="0">
              <a:latin typeface="IBM Plex Sans" panose="020B050305020300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0.600</a:t>
            </a:r>
            <a:endParaRPr lang="en-US" sz="2800" dirty="0">
              <a:latin typeface="IBM Plex Sans" panose="020B050305020300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"Good" agreement — but labeler and judge are the same model. Shared blind spots inflate the number.</a:t>
            </a:r>
            <a:endParaRPr lang="en-US" sz="900" dirty="0">
              <a:latin typeface="IBM Plex Sans" panose="020B0503050203000203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1920240"/>
            <a:ext cx="2011680" cy="1005840"/>
          </a:xfrm>
          <a:prstGeom prst="rect">
            <a:avLst/>
          </a:prstGeom>
          <a:solidFill>
            <a:srgbClr val="131C2E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92040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5568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SONNET JUDGE · HUMAN LABELS</a:t>
            </a:r>
            <a:endParaRPr lang="en-US" sz="800" dirty="0">
              <a:latin typeface="IBM Plex Sans" panose="020B050305020300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92040" y="2240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7171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0.161</a:t>
            </a:r>
            <a:endParaRPr lang="en-US" sz="2800" dirty="0">
              <a:latin typeface="IBM Plex Sans" panose="020B050305020300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54880" y="3017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Barely better than chance. Human applies stricter process-over-outcome standard the judge consistently ignores.</a:t>
            </a:r>
            <a:endParaRPr lang="en-US" sz="900" dirty="0">
              <a:latin typeface="IBM Plex Sans" panose="020B050305020300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052560" y="1920240"/>
            <a:ext cx="2011680" cy="1005840"/>
          </a:xfrm>
          <a:prstGeom prst="rect">
            <a:avLst/>
          </a:prstGeom>
          <a:solidFill>
            <a:srgbClr val="131C2E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89720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5568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HAIKU JUDGE · HUMAN LABELS</a:t>
            </a:r>
            <a:endParaRPr lang="en-US" sz="800" dirty="0">
              <a:latin typeface="IBM Plex Sans" panose="020B050305020300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189720" y="2240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BBF24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0.241</a:t>
            </a:r>
            <a:endParaRPr lang="en-US" sz="2800" dirty="0">
              <a:latin typeface="IBM Plex Sans" panose="020B05030502030002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052560" y="3017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Better than Sonnet as judge despite being a smaller model. More literal — applies rules without rationalizing exceptions.</a:t>
            </a:r>
            <a:endParaRPr lang="en-US" sz="900" dirty="0">
              <a:latin typeface="IBM Plex Sans" panose="020B0503050203000203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11247120" cy="1828800"/>
          </a:xfrm>
          <a:prstGeom prst="rect">
            <a:avLst/>
          </a:prstGeom>
          <a:solidFill>
            <a:srgbClr val="131C2E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The gap that matters: 0.600 → 0.161</a:t>
            </a:r>
            <a:endParaRPr lang="en-US" sz="1500" dirty="0">
              <a:latin typeface="IBM Plex Sans" panose="020B050305020300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85800" y="45720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When labeler and judge share the same model, kappa looks good because they make the same mistakes. The 0.439 point drop reveals how much apparent accuracy was circularity — not calibration.</a:t>
            </a:r>
            <a:endParaRPr lang="en-US" sz="1100" dirty="0">
              <a:latin typeface="IBM Plex Sans" panose="020B05030502030002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85800" y="53492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Secondary finding: for structured eval with explicit rules, a cheaper/smaller judge (Haiku) outperforms a more capable one (Sonnet) because literalness &gt; reasoning.</a:t>
            </a:r>
            <a:endParaRPr lang="en-US" sz="1000" dirty="0">
              <a:latin typeface="IBM Plex Sans" panose="020B0503050203000203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0F"/>
          </a:solidFill>
          <a:ln/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What the judge can't catch</a:t>
            </a:r>
            <a:endParaRPr lang="en-US" sz="3600" dirty="0">
              <a:latin typeface="IBM Plex Sans" panose="020B050305020300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Some failures look perfectly fine from inside a single trace. The evidence is locally valid.</a:t>
            </a:r>
            <a:endParaRPr lang="en-US" sz="1300" dirty="0">
              <a:latin typeface="IBM Plex Sans" panose="020B0503050203000203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1247120" cy="2011680"/>
          </a:xfrm>
          <a:prstGeom prst="rect">
            <a:avLst/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"Who is the CEO of the airline with the most domestic routes in the US?"</a:t>
            </a:r>
            <a:endParaRPr lang="en-US" sz="1300" dirty="0">
              <a:latin typeface="IBM Plex Sans" panose="020B0503050203000203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2331720"/>
            <a:ext cx="3383280" cy="1005840"/>
          </a:xfrm>
          <a:prstGeom prst="rect">
            <a:avLst/>
          </a:prstGeom>
          <a:solidFill>
            <a:srgbClr val="131C2E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7CFF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Bob Jordan</a:t>
            </a:r>
            <a:endParaRPr lang="en-US" sz="1400" dirty="0">
              <a:latin typeface="IBM Plex Sans" panose="020B050305020300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3/5 runs</a:t>
            </a:r>
            <a:endParaRPr lang="en-US" sz="1100" dirty="0">
              <a:latin typeface="IBM Plex Sans" panose="020B0503050203000203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34840" y="2331720"/>
            <a:ext cx="3383280" cy="1005840"/>
          </a:xfrm>
          <a:prstGeom prst="rect">
            <a:avLst/>
          </a:prstGeom>
          <a:solidFill>
            <a:srgbClr val="131C2E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4FFF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Robert Isom</a:t>
            </a:r>
            <a:endParaRPr lang="en-US" sz="1400" dirty="0">
              <a:latin typeface="IBM Plex Sans" panose="020B050305020300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0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1/5 runs</a:t>
            </a:r>
            <a:endParaRPr lang="en-US" sz="1100" dirty="0">
              <a:latin typeface="IBM Plex Sans" panose="020B050305020300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83880" y="2331720"/>
            <a:ext cx="3383280" cy="1005840"/>
          </a:xfrm>
          <a:prstGeom prst="rect">
            <a:avLst/>
          </a:prstGeom>
          <a:solidFill>
            <a:srgbClr val="131C2E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32104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MAX_STEPS_REACHED</a:t>
            </a:r>
            <a:endParaRPr lang="en-US" sz="1400" dirty="0">
              <a:latin typeface="IBM Plex Sans" panose="020B050305020300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21040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1/5 runs</a:t>
            </a:r>
            <a:endParaRPr lang="en-US" sz="1100" dirty="0">
              <a:latin typeface="IBM Plex Sans" panose="020B0503050203000203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5303520" cy="2286000"/>
          </a:xfrm>
          <a:prstGeom prst="rect">
            <a:avLst/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Why a judge can't catch this</a:t>
            </a:r>
            <a:endParaRPr lang="en-US" sz="1100" dirty="0">
              <a:latin typeface="IBM Plex Sans" panose="020B0503050203000203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43891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Each individual trace looks well-supported. The agent finds a source, cites it, commits to an answer. That's correct process — within that run.</a:t>
            </a:r>
            <a:endParaRPr lang="en-US" sz="1000" dirty="0">
              <a:latin typeface="IBM Plex Sans" panose="020B0503050203000203" pitchFamily="34" charset="0"/>
            </a:endParaRPr>
          </a:p>
          <a:p>
            <a:pPr marL="0" indent="0">
              <a:buNone/>
            </a:pPr>
            <a:endParaRPr lang="en-US" sz="1000" dirty="0">
              <a:latin typeface="IBM Plex Sans" panose="020B0503050203000203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Only cross-run comparison reveals that the premise itself is contested across different search results.</a:t>
            </a:r>
            <a:endParaRPr lang="en-US" sz="1000" dirty="0">
              <a:latin typeface="IBM Plex Sans" panose="020B0503050203000203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0" y="3886200"/>
            <a:ext cx="5303520" cy="2286000"/>
          </a:xfrm>
          <a:prstGeom prst="rect">
            <a:avLst/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83680" y="4023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The consistency checker</a:t>
            </a:r>
            <a:endParaRPr lang="en-US" sz="1100" dirty="0">
              <a:latin typeface="IBM Plex Sans" panose="020B05030502030002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83680" y="43891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Run the same question N times. Extract the core claim from each answer. Flag it as INCONSISTENT if the claims don't converge.</a:t>
            </a:r>
            <a:endParaRPr lang="en-US" sz="1000" dirty="0">
              <a:latin typeface="IBM Plex Sans" panose="020B0503050203000203" pitchFamily="34" charset="0"/>
            </a:endParaRPr>
          </a:p>
          <a:p>
            <a:pPr marL="0" indent="0">
              <a:buNone/>
            </a:pPr>
            <a:endParaRPr lang="en-US" sz="1000" dirty="0">
              <a:latin typeface="IBM Plex Sans" panose="020B0503050203000203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This is a structurally different check — not "is this answer good?" but "does the agent even have a stable answer?"</a:t>
            </a:r>
            <a:endParaRPr lang="en-US" sz="1000" dirty="0">
              <a:latin typeface="IBM Plex Sans" panose="020B050305020300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0F"/>
          </a:solidFill>
          <a:ln/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7CFF"/>
          </a:solidFill>
          <a:ln/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The Calibra platform</a:t>
            </a:r>
            <a:endParaRPr lang="en-US" sz="3600" dirty="0">
              <a:latin typeface="IBM Plex Sans" panose="020B050305020300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A complete evaluation harness — from agent run to calibrated verdict to regression detection.</a:t>
            </a:r>
            <a:endParaRPr lang="en-US" sz="1300" dirty="0">
              <a:latin typeface="IBM Plex Sans" panose="020B0503050203000203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657600" cy="1737360"/>
          </a:xfrm>
          <a:prstGeom prst="rect">
            <a:avLst/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F7CFF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800" dirty="0">
              <a:latin typeface="IBM Plex Sans" panose="020B050305020300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8872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Live labeling</a:t>
            </a:r>
            <a:endParaRPr lang="en-US" sz="1300" dirty="0">
              <a:latin typeface="IBM Plex Sans" panose="020B050305020300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Click any run to expand its full trace. Label pass/fail inline with category and notes.</a:t>
            </a:r>
            <a:endParaRPr lang="en-US" sz="1000" dirty="0">
              <a:latin typeface="IBM Plex Sans" panose="020B0503050203000203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657600" cy="1737360"/>
          </a:xfrm>
          <a:prstGeom prst="rect">
            <a:avLst/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F7CFF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800" dirty="0">
              <a:latin typeface="IBM Plex Sans" panose="020B050305020300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12064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All Runs</a:t>
            </a:r>
            <a:endParaRPr lang="en-US" sz="1300" dirty="0">
              <a:latin typeface="IBM Plex Sans" panose="020B050305020300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0" y="2514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Search and filter 100+ runs by verdict, failure category, date, or batch group.</a:t>
            </a:r>
            <a:endParaRPr lang="en-US" sz="1000" dirty="0">
              <a:latin typeface="IBM Plex Sans" panose="020B050305020300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321040" y="1828800"/>
            <a:ext cx="3657600" cy="1737360"/>
          </a:xfrm>
          <a:prstGeom prst="rect">
            <a:avLst/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0392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DE8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▷</a:t>
            </a:r>
            <a:endParaRPr lang="en-US" sz="1800" dirty="0">
              <a:latin typeface="IBM Plex Sans" panose="020B050305020300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05256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Batch testing</a:t>
            </a:r>
            <a:endParaRPr lang="en-US" sz="1300" dirty="0">
              <a:latin typeface="IBM Plex Sans" panose="020B05030502030002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503920" y="2514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Run all test questions at once. Name your batch. Watch results stream in live.</a:t>
            </a:r>
            <a:endParaRPr lang="en-US" sz="1000" dirty="0">
              <a:latin typeface="IBM Plex Sans" panose="020B0503050203000203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3657600" cy="1737360"/>
          </a:xfrm>
          <a:prstGeom prst="rect">
            <a:avLst/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4FFF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>
              <a:latin typeface="IBM Plex Sans" panose="020B050305020300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8872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>
              <a:latin typeface="IBM Plex Sans" panose="020B05030502030002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" y="4526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Calibrate, consistency check, regression check — all from the UI, no terminal needed.</a:t>
            </a:r>
            <a:endParaRPr lang="en-US" sz="1000" dirty="0">
              <a:latin typeface="IBM Plex Sans" panose="020B0503050203000203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89120" y="3840480"/>
            <a:ext cx="3657600" cy="1737360"/>
          </a:xfrm>
          <a:prstGeom prst="rect">
            <a:avLst/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BBF24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800" dirty="0">
              <a:latin typeface="IBM Plex Sans" panose="020B0503050203000203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12064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>
              <a:latin typeface="IBM Plex Sans" panose="020B0503050203000203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0" y="4526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Pass rate over time chart. Failure category breakdown. Regression history.</a:t>
            </a:r>
            <a:endParaRPr lang="en-US" sz="1000" dirty="0">
              <a:latin typeface="IBM Plex Sans" panose="020B0503050203000203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321040" y="3840480"/>
            <a:ext cx="3657600" cy="1737360"/>
          </a:xfrm>
          <a:prstGeom prst="rect">
            <a:avLst/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5039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7171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1800" dirty="0">
              <a:latin typeface="IBM Plex Sans" panose="020B0503050203000203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05256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300" dirty="0">
              <a:latin typeface="IBM Plex Sans" panose="020B0503050203000203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503920" y="4526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Multi-user labeling with inter-rater agreement tracking. See where labelers disagree.</a:t>
            </a:r>
            <a:endParaRPr lang="en-US" sz="1000" dirty="0">
              <a:latin typeface="IBM Plex Sans" panose="020B050305020300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0F"/>
          </a:solidFill>
          <a:ln/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64FFF"/>
          </a:solidFill>
          <a:ln/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600" dirty="0">
              <a:latin typeface="IBM Plex Sans" panose="020B050305020300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Most teams shipping agents are not doing this. They trust their judge. They shouldn't.</a:t>
            </a:r>
            <a:endParaRPr lang="en-US" sz="1300" dirty="0">
              <a:latin typeface="IBM Plex Sans" panose="020B0503050203000203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7CFF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>
              <a:latin typeface="IBM Plex Sans" panose="020B050305020300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"We calibrated our judge" is meaningless without labeler attribution</a:t>
            </a:r>
            <a:endParaRPr lang="en-US" sz="1200" dirty="0">
              <a:latin typeface="IBM Plex Sans" panose="020B050305020300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80160" y="23774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Kappa against Claude labels: 0.600. Kappa against human labels: 0.161. The gap is the finding. Same-model calibration inflates the number because labeler and judge share the same blind spots.</a:t>
            </a:r>
            <a:endParaRPr lang="en-US" sz="1000" dirty="0">
              <a:latin typeface="IBM Plex Sans" panose="020B0503050203000203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11247120" cy="1371600"/>
          </a:xfrm>
          <a:prstGeom prst="rect">
            <a:avLst/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4FFF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>
              <a:latin typeface="IBM Plex Sans" panose="020B050305020300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80160" y="3474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Some failures need repeated sampling — not a smarter judge</a:t>
            </a:r>
            <a:endParaRPr lang="en-US" sz="1200" dirty="0">
              <a:latin typeface="IBM Plex Sans" panose="020B050305020300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80160" y="3931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Ambiguous metric inconsistency resisted three separate fix attempts across two layers (judge prompt, agent prompt). The only detection mechanism is running the question multiple times and checking answer stability.</a:t>
            </a:r>
            <a:endParaRPr lang="en-US" sz="1000" dirty="0">
              <a:latin typeface="IBM Plex Sans" panose="020B050305020300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>
              <a:latin typeface="IBM Plex Sans" panose="020B050305020300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80160" y="5029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A cheaper judge can outperform a smarter one on structured tasks</a:t>
            </a:r>
            <a:endParaRPr lang="en-US" sz="1200" dirty="0">
              <a:latin typeface="IBM Plex Sans" panose="020B05030502030002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80160" y="54864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7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Haiku (kappa 0.241) beat Sonnet (kappa 0.161) as a judge against human labels. More capable models rationalize exceptions to explicit rules. Literalness beats reasoning for calibration tasks.</a:t>
            </a:r>
            <a:endParaRPr lang="en-US" sz="1000" dirty="0">
              <a:latin typeface="IBM Plex Sans" panose="020B0503050203000203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0F"/>
          </a:solidFill>
          <a:ln/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7CFF"/>
          </a:solidFill>
          <a:ln/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09160" y="77724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6400" dirty="0">
              <a:latin typeface="IBM Plex Sans" panose="020B050305020300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2E8F0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Calibra</a:t>
            </a:r>
            <a:endParaRPr lang="en-US" sz="4800" dirty="0">
              <a:latin typeface="IBM Plex Sans" panose="020B050305020300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828800" y="37033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F7CFF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Agent evaluation you can actually trust.</a:t>
            </a:r>
            <a:endParaRPr lang="en-US" sz="1800" dirty="0">
              <a:latin typeface="IBM Plex Sans" panose="020B0503050203000203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0" y="4480560"/>
            <a:ext cx="5760720" cy="0"/>
          </a:xfrm>
          <a:prstGeom prst="line">
            <a:avLst/>
          </a:prstGeom>
          <a:noFill/>
          <a:ln w="635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IN">
              <a:latin typeface="IBM Plex Sans" panose="020B050305020300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28800" y="46634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Built with: Python · Flask · SQLite · Claude API (Sonnet + Haiku) · Tavily · Chart.js</a:t>
            </a:r>
            <a:endParaRPr lang="en-US" sz="1000" dirty="0">
              <a:latin typeface="IBM Plex Sans" panose="020B050305020300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28800" y="51206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github.com/riyan / calibra</a:t>
            </a:r>
            <a:endParaRPr lang="en-US" sz="1000" dirty="0">
              <a:latin typeface="IBM Plex Sans" panose="020B050305020300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E07890-C9FB-1091-54B6-D3C71D8F7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698" y="823276"/>
            <a:ext cx="3520124" cy="2346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1119</Words>
  <Application>Microsoft Office PowerPoint</Application>
  <PresentationFormat>Widescreen</PresentationFormat>
  <Paragraphs>159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riyanna dey</cp:lastModifiedBy>
  <cp:revision>1</cp:revision>
  <dcterms:created xsi:type="dcterms:W3CDTF">2026-07-17T21:28:05Z</dcterms:created>
  <dcterms:modified xsi:type="dcterms:W3CDTF">2026-07-17T22:04:32Z</dcterms:modified>
</cp:coreProperties>
</file>
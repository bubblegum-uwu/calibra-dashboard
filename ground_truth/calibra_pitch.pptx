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B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7CFF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1645920"/>
            <a:ext cx="914400" cy="914400"/>
          </a:xfrm>
          <a:prstGeom prst="ellipse">
            <a:avLst/>
          </a:prstGeom>
          <a:solidFill>
            <a:srgbClr val="131C2E"/>
          </a:solidFill>
          <a:ln w="6350">
            <a:solidFill>
              <a:srgbClr val="1A22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6916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194560" y="16459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194560" y="2606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Evaluation &amp; Observability Platform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97280" y="3383280"/>
            <a:ext cx="9966960" cy="0"/>
          </a:xfrm>
          <a:prstGeom prst="line">
            <a:avLst/>
          </a:prstGeom>
          <a:noFill/>
          <a:ln w="6350">
            <a:solidFill>
              <a:srgbClr val="1A22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657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AI agent evaluation is not building the eval tool.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knowing when to trust what the tool tells you.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6217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Riyan · Summer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B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fail silently. They don't crash — they confidently return wrong answers.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566160" cy="3474720"/>
          </a:xfrm>
          <a:prstGeom prst="rect">
            <a:avLst>
              <a:gd name="adj" fmla="val 3158"/>
            </a:avLst>
          </a:prstGeom>
          <a:solidFill>
            <a:srgbClr val="0D1117"/>
          </a:solidFill>
          <a:ln w="6350">
            <a:solidFill>
              <a:srgbClr val="1A22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965960"/>
            <a:ext cx="502920" cy="502920"/>
          </a:xfrm>
          <a:prstGeom prst="ellipse">
            <a:avLst/>
          </a:prstGeom>
          <a:solidFill>
            <a:srgbClr val="131C2E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9339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011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read every trace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scale, manual review is impossible.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automated scoring.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828800"/>
            <a:ext cx="3566160" cy="3474720"/>
          </a:xfrm>
          <a:prstGeom prst="rect">
            <a:avLst>
              <a:gd name="adj" fmla="val 3158"/>
            </a:avLst>
          </a:prstGeom>
          <a:solidFill>
            <a:srgbClr val="0D1117"/>
          </a:solidFill>
          <a:ln w="6350">
            <a:solidFill>
              <a:srgbClr val="1A22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1965960"/>
            <a:ext cx="502920" cy="502920"/>
          </a:xfrm>
          <a:prstGeom prst="ellipse">
            <a:avLst/>
          </a:prstGeom>
          <a:solidFill>
            <a:srgbClr val="131C2E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199339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74920" y="2011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looks easy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80560" y="26517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another LLM to grade the output.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Simple. But is it accurate?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1828800"/>
            <a:ext cx="3566160" cy="3474720"/>
          </a:xfrm>
          <a:prstGeom prst="rect">
            <a:avLst>
              <a:gd name="adj" fmla="val 3158"/>
            </a:avLst>
          </a:prstGeom>
          <a:solidFill>
            <a:srgbClr val="0D1117"/>
          </a:solidFill>
          <a:ln w="6350">
            <a:solidFill>
              <a:srgbClr val="1A22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1965960"/>
            <a:ext cx="502920" cy="502920"/>
          </a:xfrm>
          <a:prstGeom prst="ellipse">
            <a:avLst/>
          </a:prstGeom>
          <a:solidFill>
            <a:srgbClr val="131C2E"/>
          </a:solidFill>
          <a:ln w="12700">
            <a:solidFill>
              <a:srgbClr val="D64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99339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15400" y="2011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judge can lie to you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21040" y="26517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calibrated judge reported 75%→100%.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Reality: 75%→75%. Flat.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5394960"/>
            <a:ext cx="11247120" cy="914400"/>
          </a:xfrm>
          <a:prstGeom prst="rect">
            <a:avLst>
              <a:gd name="adj" fmla="val 10000"/>
            </a:avLst>
          </a:prstGeom>
          <a:solidFill>
            <a:srgbClr val="131C2E"/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5321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insight: "We calibrated our judge" means nothing without specifying who wrote the labels.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B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7C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Calibra works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feeds the next. Tracing without calibration is noise.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011680" cy="2926080"/>
          </a:xfrm>
          <a:prstGeom prst="rect">
            <a:avLst>
              <a:gd name="adj" fmla="val 5455"/>
            </a:avLst>
          </a:prstGeom>
          <a:solidFill>
            <a:srgbClr val="0D1117"/>
          </a:solidFill>
          <a:ln w="6350">
            <a:solidFill>
              <a:srgbClr val="1A22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74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240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2724912"/>
            <a:ext cx="1737360" cy="0"/>
          </a:xfrm>
          <a:prstGeom prst="line">
            <a:avLst/>
          </a:prstGeom>
          <a:noFill/>
          <a:ln w="3810">
            <a:solidFill>
              <a:srgbClr val="1A22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834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@traced decorator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every step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14600" y="28346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0" y="1737360"/>
            <a:ext cx="2011680" cy="2926080"/>
          </a:xfrm>
          <a:prstGeom prst="rect">
            <a:avLst>
              <a:gd name="adj" fmla="val 5455"/>
            </a:avLst>
          </a:prstGeom>
          <a:solidFill>
            <a:srgbClr val="0D1117"/>
          </a:solidFill>
          <a:ln w="6350">
            <a:solidFill>
              <a:srgbClr val="1A22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0360" y="1874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80360" y="2240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880360" y="2724912"/>
            <a:ext cx="1737360" cy="0"/>
          </a:xfrm>
          <a:prstGeom prst="line">
            <a:avLst/>
          </a:prstGeom>
          <a:noFill/>
          <a:ln w="3810">
            <a:solidFill>
              <a:srgbClr val="1A22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80360" y="2834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traces.db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+ spans tables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28346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0" y="1737360"/>
            <a:ext cx="2011680" cy="2926080"/>
          </a:xfrm>
          <a:prstGeom prst="rect">
            <a:avLst>
              <a:gd name="adj" fmla="val 5455"/>
            </a:avLst>
          </a:prstGeom>
          <a:solidFill>
            <a:srgbClr val="0D1117"/>
          </a:solidFill>
          <a:ln w="6350">
            <a:solidFill>
              <a:srgbClr val="1A22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1874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4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66360" y="2240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166360" y="2724912"/>
            <a:ext cx="1737360" cy="0"/>
          </a:xfrm>
          <a:prstGeom prst="line">
            <a:avLst/>
          </a:prstGeom>
          <a:noFill/>
          <a:ln w="3810">
            <a:solidFill>
              <a:srgbClr val="1A22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66360" y="2834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scores each run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 + category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86600" y="28346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15200" y="1737360"/>
            <a:ext cx="2011680" cy="2926080"/>
          </a:xfrm>
          <a:prstGeom prst="rect">
            <a:avLst>
              <a:gd name="adj" fmla="val 5455"/>
            </a:avLst>
          </a:prstGeom>
          <a:solidFill>
            <a:srgbClr val="0D1117"/>
          </a:solidFill>
          <a:ln w="6350">
            <a:solidFill>
              <a:srgbClr val="1A22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52360" y="1874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4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52360" y="2240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452360" y="2724912"/>
            <a:ext cx="1737360" cy="0"/>
          </a:xfrm>
          <a:prstGeom prst="line">
            <a:avLst/>
          </a:prstGeom>
          <a:noFill/>
          <a:ln w="3810">
            <a:solidFill>
              <a:srgbClr val="1A22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52360" y="2834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kappa vs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labels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372600" y="28346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601200" y="1737360"/>
            <a:ext cx="2011680" cy="2926080"/>
          </a:xfrm>
          <a:prstGeom prst="rect">
            <a:avLst>
              <a:gd name="adj" fmla="val 5455"/>
            </a:avLst>
          </a:prstGeom>
          <a:solidFill>
            <a:srgbClr val="0D1117"/>
          </a:solidFill>
          <a:ln w="6350">
            <a:solidFill>
              <a:srgbClr val="1A22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38360" y="1874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738360" y="2240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738360" y="2724912"/>
            <a:ext cx="1737360" cy="0"/>
          </a:xfrm>
          <a:prstGeom prst="line">
            <a:avLst/>
          </a:prstGeom>
          <a:noFill/>
          <a:ln w="3810">
            <a:solidFill>
              <a:srgbClr val="1A22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38360" y="2834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tests +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checks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choice: calibration step happens before trusting any automated metric.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B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taxonomy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categories discovered by running the agent repeatedly and diagnosing every failure.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11247120" cy="1097280"/>
          </a:xfrm>
          <a:prstGeom prst="rect">
            <a:avLst>
              <a:gd name="adj" fmla="val 10000"/>
            </a:avLst>
          </a:prstGeom>
          <a:solidFill>
            <a:srgbClr val="0D1117"/>
          </a:solidFill>
          <a:ln w="6350">
            <a:solidFill>
              <a:srgbClr val="1A22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19072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0D2E1A"/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3736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4231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query_reformulation_thrashing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08483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issues near-duplicate searches, burns step budget without committing.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0" y="1783080"/>
            <a:ext cx="0" cy="822960"/>
          </a:xfrm>
          <a:prstGeom prst="line">
            <a:avLst/>
          </a:prstGeom>
          <a:noFill/>
          <a:ln w="6350">
            <a:solidFill>
              <a:srgbClr val="1A22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755648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Step-budgeting instruction: give best-effort answer after 2-3 failed attempts.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11247120" cy="1097280"/>
          </a:xfrm>
          <a:prstGeom prst="rect">
            <a:avLst>
              <a:gd name="adj" fmla="val 10000"/>
            </a:avLst>
          </a:prstGeom>
          <a:solidFill>
            <a:srgbClr val="0D1117"/>
          </a:solidFill>
          <a:ln w="6350">
            <a:solidFill>
              <a:srgbClr val="1A22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53512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2E1F0D"/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97180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FIXED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423160" y="2953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stale_latest_claim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31927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searches with wrong year despite knowing the current date.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0" y="3017520"/>
            <a:ext cx="0" cy="822960"/>
          </a:xfrm>
          <a:prstGeom prst="line">
            <a:avLst/>
          </a:prstGeom>
          <a:noFill/>
          <a:ln w="6350">
            <a:solidFill>
              <a:srgbClr val="1A22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2990088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Date injection into system prompt. Dominant failure — appears in majority of fails.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11247120" cy="1097280"/>
          </a:xfrm>
          <a:prstGeom prst="rect">
            <a:avLst>
              <a:gd name="adj" fmla="val 10000"/>
            </a:avLst>
          </a:prstGeom>
          <a:solidFill>
            <a:srgbClr val="0D1117"/>
          </a:solidFill>
          <a:ln w="6350">
            <a:solidFill>
              <a:srgbClr val="1A22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187952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0D2E1A"/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20624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423160" y="4187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ungrounded_synthesis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455371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source retrieved, wrong conclusion drawn. Conflated "fastest-growing" with "most popular."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43600" y="4251960"/>
            <a:ext cx="0" cy="822960"/>
          </a:xfrm>
          <a:prstGeom prst="line">
            <a:avLst/>
          </a:prstGeom>
          <a:noFill/>
          <a:ln w="6350">
            <a:solidFill>
              <a:srgbClr val="1A22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4224528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Cross-referencing instruction: check multiple sources before committing to superlatives.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5349240"/>
            <a:ext cx="11247120" cy="1097280"/>
          </a:xfrm>
          <a:prstGeom prst="rect">
            <a:avLst>
              <a:gd name="adj" fmla="val 10000"/>
            </a:avLst>
          </a:prstGeom>
          <a:solidFill>
            <a:srgbClr val="0D1117"/>
          </a:solidFill>
          <a:ln w="6350">
            <a:solidFill>
              <a:srgbClr val="1A22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5422392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2E0D0D"/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44068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423160" y="5422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ambiguous_metric_inconsistency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578815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question, different confident answers across runs. Evidence is locally valid per trace.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943600" y="5486400"/>
            <a:ext cx="0" cy="822960"/>
          </a:xfrm>
          <a:prstGeom prst="line">
            <a:avLst/>
          </a:prstGeom>
          <a:noFill/>
          <a:ln w="6350">
            <a:solidFill>
              <a:srgbClr val="1A22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5458968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Unfixable by prompting. Requires repeated sampling — the consistency checker.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B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64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finding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well-calibrated judge manufactured a false improvement on real regression data.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5394960" cy="2286000"/>
          </a:xfrm>
          <a:prstGeom prst="rect">
            <a:avLst>
              <a:gd name="adj" fmla="val 4800"/>
            </a:avLst>
          </a:prstGeom>
          <a:solidFill>
            <a:srgbClr val="0D1117"/>
          </a:solidFill>
          <a:ln w="6350">
            <a:solidFill>
              <a:srgbClr val="1A22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83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judge reported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22402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926080" y="23774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566160" y="22402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+25pp improvement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1645920"/>
            <a:ext cx="5394960" cy="2286000"/>
          </a:xfrm>
          <a:prstGeom prst="rect">
            <a:avLst>
              <a:gd name="adj" fmla="val 4800"/>
            </a:avLst>
          </a:prstGeom>
          <a:solidFill>
            <a:srgbClr val="0D1117"/>
          </a:solidFill>
          <a:ln w="6350">
            <a:solidFill>
              <a:srgbClr val="1A22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783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human labels showed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040880" y="22402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8869680" y="23774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509760" y="22402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6583680" y="3246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Flat. No improvement.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2062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reasons the false improvement was caught: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617720"/>
            <a:ext cx="5394960" cy="1097280"/>
          </a:xfrm>
          <a:prstGeom prst="rect">
            <a:avLst>
              <a:gd name="adj" fmla="val 10000"/>
            </a:avLst>
          </a:prstGeom>
          <a:solidFill>
            <a:srgbClr val="131C2E"/>
          </a:solidFill>
          <a:ln w="6350">
            <a:solidFill>
              <a:srgbClr val="1A22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709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4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Judge blind spot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50292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judge had a documented blind spot on exactly the two new failure categories that appeared post-fix.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0" y="4617720"/>
            <a:ext cx="5394960" cy="1097280"/>
          </a:xfrm>
          <a:prstGeom prst="rect">
            <a:avLst>
              <a:gd name="adj" fmla="val 10000"/>
            </a:avLst>
          </a:prstGeom>
          <a:solidFill>
            <a:srgbClr val="131C2E"/>
          </a:solidFill>
          <a:ln w="6350">
            <a:solidFill>
              <a:srgbClr val="1A22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4709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Fisher's exact test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50292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0.467. Not significant at p &lt; 0.05 — the difference could easily be noise at this sample size.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B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Calibration: kappa tells the real story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experiments. One number that keeps changing depending on who's doing the labeling.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011680" cy="1005840"/>
          </a:xfrm>
          <a:prstGeom prst="rect">
            <a:avLst>
              <a:gd name="adj" fmla="val 10909"/>
            </a:avLst>
          </a:prstGeom>
          <a:solidFill>
            <a:srgbClr val="131C2E"/>
          </a:solidFill>
          <a:ln w="6350">
            <a:solidFill>
              <a:srgbClr val="1A22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0116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JUDGE · CLAUDE LABELS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2240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"Good" agreement — but labeler and judge are the same model. Shared blind spots inflate the number.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920240"/>
            <a:ext cx="2011680" cy="1005840"/>
          </a:xfrm>
          <a:prstGeom prst="rect">
            <a:avLst>
              <a:gd name="adj" fmla="val 10909"/>
            </a:avLst>
          </a:prstGeom>
          <a:solidFill>
            <a:srgbClr val="131C2E"/>
          </a:solidFill>
          <a:ln w="6350">
            <a:solidFill>
              <a:srgbClr val="1A22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20116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JUDGE · HUMAN LABELS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892040" y="2240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54880" y="3017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Barely better than chance. Human applies stricter process-over-outcome standard the judge consistently ignores.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052560" y="1920240"/>
            <a:ext cx="2011680" cy="1005840"/>
          </a:xfrm>
          <a:prstGeom prst="rect">
            <a:avLst>
              <a:gd name="adj" fmla="val 10909"/>
            </a:avLst>
          </a:prstGeom>
          <a:solidFill>
            <a:srgbClr val="131C2E"/>
          </a:solidFill>
          <a:ln w="6350">
            <a:solidFill>
              <a:srgbClr val="1A22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89720" y="20116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JUDGE · HUMAN LABELS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189720" y="2240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0.241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052560" y="3017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Sonnet as judge despite being a smaller model. More literal — applies rules without rationalizing exceptions.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11247120" cy="1828800"/>
          </a:xfrm>
          <a:prstGeom prst="rect">
            <a:avLst>
              <a:gd name="adj" fmla="val 6000"/>
            </a:avLst>
          </a:prstGeom>
          <a:solidFill>
            <a:srgbClr val="131C2E"/>
          </a:solidFill>
          <a:ln w="6350">
            <a:solidFill>
              <a:srgbClr val="1A22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1148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that matters: 0.600 → 0.161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5800" y="45720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labeler and judge share the same model, kappa looks good because they make the same mistakes. The 0.439 point drop reveals how much apparent accuracy was circularity — not calibration.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53492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finding: for structured eval with explicit rules, a cheaper/smaller judge (Haiku) outperforms a more capable one (Sonnet) because literalness &gt; reasoning.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B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judge can't catch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failures look perfectly fine from inside a single trace. The evidence is locally valid.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1247120" cy="2011680"/>
          </a:xfrm>
          <a:prstGeom prst="rect">
            <a:avLst>
              <a:gd name="adj" fmla="val 5455"/>
            </a:avLst>
          </a:prstGeom>
          <a:solidFill>
            <a:srgbClr val="0D1117"/>
          </a:solidFill>
          <a:ln w="6350">
            <a:solidFill>
              <a:srgbClr val="1A22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288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 is the CEO of the airline with the most domestic routes in the US?"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331720"/>
            <a:ext cx="3383280" cy="1005840"/>
          </a:xfrm>
          <a:prstGeom prst="rect">
            <a:avLst>
              <a:gd name="adj" fmla="val 10909"/>
            </a:avLst>
          </a:prstGeom>
          <a:solidFill>
            <a:srgbClr val="131C2E"/>
          </a:solidFill>
          <a:ln w="6350">
            <a:solidFill>
              <a:srgbClr val="1A22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Jordan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3/5 runs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34840" y="2331720"/>
            <a:ext cx="3383280" cy="1005840"/>
          </a:xfrm>
          <a:prstGeom prst="rect">
            <a:avLst>
              <a:gd name="adj" fmla="val 10909"/>
            </a:avLst>
          </a:prstGeom>
          <a:solidFill>
            <a:srgbClr val="131C2E"/>
          </a:solidFill>
          <a:ln w="6350">
            <a:solidFill>
              <a:srgbClr val="1A22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 Isom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788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1/5 runs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83880" y="2331720"/>
            <a:ext cx="3383280" cy="1005840"/>
          </a:xfrm>
          <a:prstGeom prst="rect">
            <a:avLst>
              <a:gd name="adj" fmla="val 10909"/>
            </a:avLst>
          </a:prstGeom>
          <a:solidFill>
            <a:srgbClr val="131C2E"/>
          </a:solidFill>
          <a:ln w="6350">
            <a:solidFill>
              <a:srgbClr val="1A22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MAX_STEPS_REACHED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21040" y="2788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1/5 runs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886200"/>
            <a:ext cx="5303520" cy="2286000"/>
          </a:xfrm>
          <a:prstGeom prst="rect">
            <a:avLst>
              <a:gd name="adj" fmla="val 4800"/>
            </a:avLst>
          </a:prstGeom>
          <a:solidFill>
            <a:srgbClr val="0D1117"/>
          </a:solidFill>
          <a:ln w="6350">
            <a:solidFill>
              <a:srgbClr val="1A22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023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judge can't catch this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38912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individual trace looks well-supported. The agent finds a source, cites it, commits to an answer. That's correct process — within that run.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cross-run comparison reveals that the premise itself is contested across different search results.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0" y="3886200"/>
            <a:ext cx="5303520" cy="2286000"/>
          </a:xfrm>
          <a:prstGeom prst="rect">
            <a:avLst>
              <a:gd name="adj" fmla="val 4800"/>
            </a:avLst>
          </a:prstGeom>
          <a:solidFill>
            <a:srgbClr val="0D1117"/>
          </a:solidFill>
          <a:ln w="6350">
            <a:solidFill>
              <a:srgbClr val="1A22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4023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consistency checker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438912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same question N times. Extract the core claim from each answer. Flag it as INCONSISTENT if the claims don't converge.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structurally different check — not "is this answer good?" but "does the agent even have a stable answer?"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B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7C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Calibra platform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evaluation harness — from agent run to calibrated verdict to regression detection.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657600" cy="1737360"/>
          </a:xfrm>
          <a:prstGeom prst="rect">
            <a:avLst>
              <a:gd name="adj" fmla="val 6316"/>
            </a:avLst>
          </a:prstGeom>
          <a:solidFill>
            <a:srgbClr val="0D1117"/>
          </a:solidFill>
          <a:ln w="6350">
            <a:solidFill>
              <a:srgbClr val="1A22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labeling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run to expand its full trace. Label pass/fail inline with category and notes.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1828800"/>
            <a:ext cx="3657600" cy="1737360"/>
          </a:xfrm>
          <a:prstGeom prst="rect">
            <a:avLst>
              <a:gd name="adj" fmla="val 6316"/>
            </a:avLst>
          </a:prstGeom>
          <a:solidFill>
            <a:srgbClr val="0D1117"/>
          </a:solidFill>
          <a:ln w="6350">
            <a:solidFill>
              <a:srgbClr val="1A22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2064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Runs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25146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filter 100+ runs by verdict, failure category, date, or batch group.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321040" y="1828800"/>
            <a:ext cx="3657600" cy="1737360"/>
          </a:xfrm>
          <a:prstGeom prst="rect">
            <a:avLst>
              <a:gd name="adj" fmla="val 6316"/>
            </a:avLst>
          </a:prstGeom>
          <a:solidFill>
            <a:srgbClr val="0D1117"/>
          </a:solidFill>
          <a:ln w="6350">
            <a:solidFill>
              <a:srgbClr val="1A22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▷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05256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testing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03920" y="25146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all test questions at once. Name your batch. Watch results stream in live.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3657600" cy="1737360"/>
          </a:xfrm>
          <a:prstGeom prst="rect">
            <a:avLst>
              <a:gd name="adj" fmla="val 6316"/>
            </a:avLst>
          </a:prstGeom>
          <a:solidFill>
            <a:srgbClr val="0D1117"/>
          </a:solidFill>
          <a:ln w="6350">
            <a:solidFill>
              <a:srgbClr val="1A22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4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88720" y="4023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45262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Calibrate, consistency check, regression check — all from the UI, no terminal needed.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89120" y="3840480"/>
            <a:ext cx="3657600" cy="1737360"/>
          </a:xfrm>
          <a:prstGeom prst="rect">
            <a:avLst>
              <a:gd name="adj" fmla="val 6316"/>
            </a:avLst>
          </a:prstGeom>
          <a:solidFill>
            <a:srgbClr val="0D1117"/>
          </a:solidFill>
          <a:ln w="6350">
            <a:solidFill>
              <a:srgbClr val="1A22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120640" y="4023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0" y="45262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 over time chart. Failure category breakdown. Regression history.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321040" y="3840480"/>
            <a:ext cx="3657600" cy="1737360"/>
          </a:xfrm>
          <a:prstGeom prst="rect">
            <a:avLst>
              <a:gd name="adj" fmla="val 6316"/>
            </a:avLst>
          </a:prstGeom>
          <a:solidFill>
            <a:srgbClr val="0D1117"/>
          </a:solidFill>
          <a:ln w="6350">
            <a:solidFill>
              <a:srgbClr val="1A22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052560" y="4023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503920" y="45262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labeling with inter-rater agreement tracking. See where labelers disagree.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B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64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teams shipping agents are not doing this. They trust their judge. They shouldn't.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371600"/>
          </a:xfrm>
          <a:prstGeom prst="rect">
            <a:avLst>
              <a:gd name="adj" fmla="val 8000"/>
            </a:avLst>
          </a:prstGeom>
          <a:solidFill>
            <a:srgbClr val="0D1117"/>
          </a:solidFill>
          <a:ln w="6350">
            <a:solidFill>
              <a:srgbClr val="1A22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19202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calibrated our judge" is meaningless without labeler attribution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23774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Kappa against Claude labels: 0.600. Kappa against human labels: 0.161. The gap is the finding. Same-model calibration inflates the number because labeler and judge share the same blind spots.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11247120" cy="1371600"/>
          </a:xfrm>
          <a:prstGeom prst="rect">
            <a:avLst>
              <a:gd name="adj" fmla="val 8000"/>
            </a:avLst>
          </a:prstGeom>
          <a:solidFill>
            <a:srgbClr val="0D1117"/>
          </a:solidFill>
          <a:ln w="6350">
            <a:solidFill>
              <a:srgbClr val="1A22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4747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4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4747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failures need repeated sampling — not a smarter judge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80160" y="3931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metric inconsistency resisted three separate fix attempts across two layers (judge prompt, agent prompt). The only detection mechanism is running the question multiple times and checking answer stability.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937760"/>
            <a:ext cx="11247120" cy="1371600"/>
          </a:xfrm>
          <a:prstGeom prst="rect">
            <a:avLst>
              <a:gd name="adj" fmla="val 8000"/>
            </a:avLst>
          </a:prstGeom>
          <a:solidFill>
            <a:srgbClr val="0D1117"/>
          </a:solidFill>
          <a:ln w="6350">
            <a:solidFill>
              <a:srgbClr val="1A22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029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50292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cheaper judge can outperform a smarter one on structured tasks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80160" y="54864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(kappa 0.241) beat Sonnet (kappa 0.161) as a judge against human labels. More capable models rationalize exceptions to explicit rules. Literalness beats reasoning for calibration tasks.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B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7CFF"/>
          </a:solidFill>
          <a:ln/>
        </p:spPr>
      </p:sp>
      <p:sp>
        <p:nvSpPr>
          <p:cNvPr id="4" name="Shape 2"/>
          <p:cNvSpPr/>
          <p:nvPr/>
        </p:nvSpPr>
        <p:spPr>
          <a:xfrm>
            <a:off x="4709160" y="731520"/>
            <a:ext cx="1828800" cy="1828800"/>
          </a:xfrm>
          <a:prstGeom prst="ellipse">
            <a:avLst/>
          </a:prstGeom>
          <a:solidFill>
            <a:srgbClr val="131C2E"/>
          </a:solidFill>
          <a:ln w="6350">
            <a:solidFill>
              <a:srgbClr val="1A22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09160" y="77724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828800" y="370332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evaluation you can actually trust.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0" y="4480560"/>
            <a:ext cx="5760720" cy="0"/>
          </a:xfrm>
          <a:prstGeom prst="line">
            <a:avLst/>
          </a:prstGeom>
          <a:noFill/>
          <a:ln w="6350">
            <a:solidFill>
              <a:srgbClr val="1A22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46634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with: Python · Flask · SQLite · Claude API (Sonnet + Haiku) · Tavily · Chart.js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0" y="51206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github.com/riyan / calibra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2026-07-17T21:28:05Z</dcterms:created>
  <dcterms:modified xsi:type="dcterms:W3CDTF">2026-07-17T21:28:06Z</dcterms:modified>
</cp:coreProperties>
</file>